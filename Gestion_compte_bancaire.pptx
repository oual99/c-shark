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7" r:id="rId12"/>
    <p:sldId id="266" r:id="rId13"/>
    <p:sldId id="267" r:id="rId14"/>
    <p:sldId id="268" r:id="rId15"/>
    <p:sldId id="269" r:id="rId16"/>
    <p:sldId id="276" r:id="rId17"/>
    <p:sldId id="270" r:id="rId18"/>
    <p:sldId id="271" r:id="rId19"/>
    <p:sldId id="272" r:id="rId20"/>
    <p:sldId id="273" r:id="rId21"/>
    <p:sldId id="278" r:id="rId22"/>
    <p:sldId id="274" r:id="rId23"/>
    <p:sldId id="275" r:id="rId24"/>
    <p:sldId id="279" r:id="rId25"/>
    <p:sldId id="280" r:id="rId26"/>
    <p:sldId id="281" r:id="rId27"/>
    <p:sldId id="28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533" autoAdjust="0"/>
  </p:normalViewPr>
  <p:slideViewPr>
    <p:cSldViewPr snapToGrid="0">
      <p:cViewPr varScale="1">
        <p:scale>
          <a:sx n="76" d="100"/>
          <a:sy n="76" d="100"/>
        </p:scale>
        <p:origin x="5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E93C725-5749-47F9-967E-0BF1E6FE4051}" type="datetimeFigureOut">
              <a:rPr lang="fr-MA" smtClean="0"/>
              <a:t>10/05/2020</a:t>
            </a:fld>
            <a:endParaRPr lang="f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fr-MA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5A7144DF-3AD2-4E41-835C-F17C56AD672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366641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C725-5749-47F9-967E-0BF1E6FE4051}" type="datetimeFigureOut">
              <a:rPr lang="fr-MA" smtClean="0"/>
              <a:t>10/05/2020</a:t>
            </a:fld>
            <a:endParaRPr lang="f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44DF-3AD2-4E41-835C-F17C56AD672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552722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C725-5749-47F9-967E-0BF1E6FE4051}" type="datetimeFigureOut">
              <a:rPr lang="fr-MA" smtClean="0"/>
              <a:t>10/05/2020</a:t>
            </a:fld>
            <a:endParaRPr lang="f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44DF-3AD2-4E41-835C-F17C56AD672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12749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C725-5749-47F9-967E-0BF1E6FE4051}" type="datetimeFigureOut">
              <a:rPr lang="fr-MA" smtClean="0"/>
              <a:t>10/05/2020</a:t>
            </a:fld>
            <a:endParaRPr lang="fr-M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44DF-3AD2-4E41-835C-F17C56AD672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179918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C725-5749-47F9-967E-0BF1E6FE4051}" type="datetimeFigureOut">
              <a:rPr lang="fr-MA" smtClean="0"/>
              <a:t>10/05/2020</a:t>
            </a:fld>
            <a:endParaRPr lang="fr-M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44DF-3AD2-4E41-835C-F17C56AD672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624723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C725-5749-47F9-967E-0BF1E6FE4051}" type="datetimeFigureOut">
              <a:rPr lang="fr-MA" smtClean="0"/>
              <a:t>10/05/2020</a:t>
            </a:fld>
            <a:endParaRPr lang="fr-M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44DF-3AD2-4E41-835C-F17C56AD672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670284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C725-5749-47F9-967E-0BF1E6FE4051}" type="datetimeFigureOut">
              <a:rPr lang="fr-MA" smtClean="0"/>
              <a:t>10/05/2020</a:t>
            </a:fld>
            <a:endParaRPr lang="fr-M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44DF-3AD2-4E41-835C-F17C56AD672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792797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C725-5749-47F9-967E-0BF1E6FE4051}" type="datetimeFigureOut">
              <a:rPr lang="fr-MA" smtClean="0"/>
              <a:t>10/05/2020</a:t>
            </a:fld>
            <a:endParaRPr lang="fr-M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44DF-3AD2-4E41-835C-F17C56AD672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226444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C725-5749-47F9-967E-0BF1E6FE4051}" type="datetimeFigureOut">
              <a:rPr lang="fr-MA" smtClean="0"/>
              <a:t>10/05/2020</a:t>
            </a:fld>
            <a:endParaRPr lang="fr-M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44DF-3AD2-4E41-835C-F17C56AD672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70376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C725-5749-47F9-967E-0BF1E6FE4051}" type="datetimeFigureOut">
              <a:rPr lang="fr-MA" smtClean="0"/>
              <a:t>10/05/2020</a:t>
            </a:fld>
            <a:endParaRPr lang="fr-M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44DF-3AD2-4E41-835C-F17C56AD672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47570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C725-5749-47F9-967E-0BF1E6FE4051}" type="datetimeFigureOut">
              <a:rPr lang="fr-MA" smtClean="0"/>
              <a:t>10/05/2020</a:t>
            </a:fld>
            <a:endParaRPr lang="f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44DF-3AD2-4E41-835C-F17C56AD672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309628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C725-5749-47F9-967E-0BF1E6FE4051}" type="datetimeFigureOut">
              <a:rPr lang="fr-MA" smtClean="0"/>
              <a:t>10/05/2020</a:t>
            </a:fld>
            <a:endParaRPr lang="f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44DF-3AD2-4E41-835C-F17C56AD672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9261695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C725-5749-47F9-967E-0BF1E6FE4051}" type="datetimeFigureOut">
              <a:rPr lang="fr-MA" smtClean="0"/>
              <a:t>10/05/2020</a:t>
            </a:fld>
            <a:endParaRPr lang="f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44DF-3AD2-4E41-835C-F17C56AD672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0451123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C725-5749-47F9-967E-0BF1E6FE4051}" type="datetimeFigureOut">
              <a:rPr lang="fr-MA" smtClean="0"/>
              <a:t>10/05/2020</a:t>
            </a:fld>
            <a:endParaRPr lang="fr-M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44DF-3AD2-4E41-835C-F17C56AD672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5025523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C725-5749-47F9-967E-0BF1E6FE4051}" type="datetimeFigureOut">
              <a:rPr lang="fr-MA" smtClean="0"/>
              <a:t>10/05/2020</a:t>
            </a:fld>
            <a:endParaRPr lang="fr-M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fr-M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44DF-3AD2-4E41-835C-F17C56AD672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8197930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3E93C725-5749-47F9-967E-0BF1E6FE4051}" type="datetimeFigureOut">
              <a:rPr lang="fr-MA" smtClean="0"/>
              <a:t>10/05/2020</a:t>
            </a:fld>
            <a:endParaRPr lang="f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44DF-3AD2-4E41-835C-F17C56AD672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6597282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3E93C725-5749-47F9-967E-0BF1E6FE4051}" type="datetimeFigureOut">
              <a:rPr lang="fr-MA" smtClean="0"/>
              <a:t>10/05/2020</a:t>
            </a:fld>
            <a:endParaRPr lang="f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144DF-3AD2-4E41-835C-F17C56AD672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577426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3E93C725-5749-47F9-967E-0BF1E6FE4051}" type="datetimeFigureOut">
              <a:rPr lang="fr-MA" smtClean="0"/>
              <a:t>10/05/2020</a:t>
            </a:fld>
            <a:endParaRPr lang="f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fr-MA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5A7144DF-3AD2-4E41-835C-F17C56AD672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289870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418759" y="927100"/>
            <a:ext cx="8850436" cy="1961294"/>
          </a:xfrm>
        </p:spPr>
        <p:txBody>
          <a:bodyPr/>
          <a:lstStyle/>
          <a:p>
            <a:pPr algn="ctr"/>
            <a:r>
              <a:rPr lang="fr-MA" b="1" dirty="0" smtClean="0">
                <a:solidFill>
                  <a:schemeClr val="bg1"/>
                </a:solidFill>
                <a:latin typeface="Cooper Black" panose="0208090404030B020404" pitchFamily="18" charset="0"/>
              </a:rPr>
              <a:t>GESTION D’UN COMPTE BANCAIRE</a:t>
            </a:r>
            <a:endParaRPr lang="fr-MA" b="1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538038" y="4189416"/>
            <a:ext cx="645106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b="1" dirty="0" smtClean="0">
                <a:solidFill>
                  <a:schemeClr val="bg1"/>
                </a:solidFill>
                <a:latin typeface="Cooper Black" panose="0208090404030B020404" pitchFamily="18" charset="0"/>
              </a:rPr>
              <a:t>Réalisé par:</a:t>
            </a:r>
          </a:p>
          <a:p>
            <a:endParaRPr lang="fr-MA" sz="2400" b="1" dirty="0" smtClean="0">
              <a:solidFill>
                <a:schemeClr val="bg1"/>
              </a:solidFill>
              <a:latin typeface="Cooper Black" panose="0208090404030B0204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MA" sz="2400" b="1" dirty="0" smtClean="0">
                <a:solidFill>
                  <a:schemeClr val="bg1"/>
                </a:solidFill>
                <a:latin typeface="Cooper Black" panose="0208090404030B020404" pitchFamily="18" charset="0"/>
              </a:rPr>
              <a:t>BOULAK IBTISSAM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MA" sz="2400" b="1" dirty="0" smtClean="0">
                <a:solidFill>
                  <a:schemeClr val="bg1"/>
                </a:solidFill>
                <a:latin typeface="Cooper Black" panose="0208090404030B020404" pitchFamily="18" charset="0"/>
              </a:rPr>
              <a:t>AARAB ILHAM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MA" sz="2400" b="1" dirty="0" smtClean="0">
                <a:solidFill>
                  <a:schemeClr val="bg1"/>
                </a:solidFill>
                <a:latin typeface="Cooper Black" panose="0208090404030B020404" pitchFamily="18" charset="0"/>
              </a:rPr>
              <a:t>AIT OUALLANE ABDERRAHMANE</a:t>
            </a:r>
            <a:endParaRPr lang="fr-MA" sz="2400" b="1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7480300" y="4189416"/>
            <a:ext cx="43100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 smtClean="0">
                <a:solidFill>
                  <a:schemeClr val="bg1"/>
                </a:solidFill>
                <a:latin typeface="Cooper Black" panose="0208090404030B020404" pitchFamily="18" charset="0"/>
              </a:rPr>
              <a:t>Encadré par:</a:t>
            </a:r>
            <a:r>
              <a:rPr lang="fr-MA" sz="2400" b="1" dirty="0" smtClean="0">
                <a:solidFill>
                  <a:schemeClr val="bg1"/>
                </a:solidFill>
                <a:latin typeface="Cooper Black" panose="0208090404030B020404" pitchFamily="18" charset="0"/>
              </a:rPr>
              <a:t>	</a:t>
            </a:r>
          </a:p>
          <a:p>
            <a:endParaRPr lang="fr-MA" sz="2400" b="1" dirty="0" smtClean="0">
              <a:latin typeface="Cooper Black" panose="0208090404030B0204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MA" sz="2400" b="1" dirty="0" smtClean="0">
                <a:solidFill>
                  <a:schemeClr val="bg1"/>
                </a:solidFill>
                <a:latin typeface="Cooper Black" panose="0208090404030B020404" pitchFamily="18" charset="0"/>
              </a:rPr>
              <a:t>Madame ASRI HIBA</a:t>
            </a:r>
          </a:p>
          <a:p>
            <a:endParaRPr lang="fr-MA" sz="2400" dirty="0" smtClean="0"/>
          </a:p>
        </p:txBody>
      </p:sp>
    </p:spTree>
    <p:extLst>
      <p:ext uri="{BB962C8B-B14F-4D97-AF65-F5344CB8AC3E}">
        <p14:creationId xmlns:p14="http://schemas.microsoft.com/office/powerpoint/2010/main" val="2843435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MA" dirty="0" smtClean="0"/>
              <a:t>OBJECTIF</a:t>
            </a:r>
            <a:endParaRPr lang="fr-M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03960" y="2835965"/>
            <a:ext cx="9783133" cy="2997642"/>
          </a:xfrm>
        </p:spPr>
        <p:txBody>
          <a:bodyPr>
            <a:normAutofit/>
          </a:bodyPr>
          <a:lstStyle/>
          <a:p>
            <a:r>
              <a:rPr lang="fr-FR" sz="3600" b="1" dirty="0"/>
              <a:t>Notre projet consiste a créer un logiciel qui fait une interaction avec les clients d'une banque tout en leur </a:t>
            </a:r>
            <a:r>
              <a:rPr lang="fr-FR" sz="3600" b="1" dirty="0" smtClean="0"/>
              <a:t>présentant </a:t>
            </a:r>
            <a:r>
              <a:rPr lang="fr-FR" sz="3600" b="1" dirty="0"/>
              <a:t>plusieurs </a:t>
            </a:r>
            <a:r>
              <a:rPr lang="fr-FR" sz="3600" b="1" dirty="0" smtClean="0"/>
              <a:t>fonctionnalités </a:t>
            </a:r>
            <a:r>
              <a:rPr lang="fr-FR" sz="3600" b="1" dirty="0"/>
              <a:t>et services qu'ils peuvent ait </a:t>
            </a:r>
            <a:r>
              <a:rPr lang="fr-FR" sz="3600" b="1" dirty="0" smtClean="0"/>
              <a:t>besoin. </a:t>
            </a:r>
          </a:p>
        </p:txBody>
      </p:sp>
    </p:spTree>
    <p:extLst>
      <p:ext uri="{BB962C8B-B14F-4D97-AF65-F5344CB8AC3E}">
        <p14:creationId xmlns:p14="http://schemas.microsoft.com/office/powerpoint/2010/main" val="4235737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88449" y="172277"/>
            <a:ext cx="9784080" cy="1508760"/>
          </a:xfrm>
        </p:spPr>
        <p:txBody>
          <a:bodyPr/>
          <a:lstStyle/>
          <a:p>
            <a:r>
              <a:rPr lang="fr-MA" dirty="0" smtClean="0"/>
              <a:t>MENU PRINCIPAL DU PROJET</a:t>
            </a:r>
            <a:endParaRPr lang="fr-M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57" y="2438400"/>
            <a:ext cx="8054635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129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38876" y="611745"/>
            <a:ext cx="9404723" cy="1400530"/>
          </a:xfrm>
        </p:spPr>
        <p:txBody>
          <a:bodyPr/>
          <a:lstStyle/>
          <a:p>
            <a:pPr algn="ctr"/>
            <a:r>
              <a:rPr lang="fr-MA" dirty="0" smtClean="0"/>
              <a:t>LE PREMIER FICHIER DE TYPE HEADER</a:t>
            </a:r>
            <a:br>
              <a:rPr lang="fr-MA" dirty="0" smtClean="0"/>
            </a:br>
            <a:r>
              <a:rPr lang="fr-MA" dirty="0" smtClean="0"/>
              <a:t>file1.h</a:t>
            </a:r>
            <a:endParaRPr lang="fr-M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250" y="2334666"/>
            <a:ext cx="5210175" cy="4256004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425" y="2334666"/>
            <a:ext cx="4324350" cy="425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55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MA" dirty="0" smtClean="0"/>
              <a:t>GESTION DES COMPTES</a:t>
            </a:r>
            <a:endParaRPr lang="fr-M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995" y="2324722"/>
            <a:ext cx="6838950" cy="317493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3508483" y="5788095"/>
            <a:ext cx="5069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Menu de la gestion des comptes</a:t>
            </a:r>
          </a:p>
        </p:txBody>
      </p:sp>
    </p:spTree>
    <p:extLst>
      <p:ext uri="{BB962C8B-B14F-4D97-AF65-F5344CB8AC3E}">
        <p14:creationId xmlns:p14="http://schemas.microsoft.com/office/powerpoint/2010/main" val="2493953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MA" dirty="0" smtClean="0"/>
              <a:t>FONCTION DE CREATION</a:t>
            </a:r>
            <a:endParaRPr lang="fr-MA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17" y="2255561"/>
            <a:ext cx="6800850" cy="4467225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7323067" y="3673565"/>
            <a:ext cx="43098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CREATION D’UN COMPTE EN DEMANDANT LES INFORMATIONS PERSONELLES D’UN CLIENT QUI VONT ETRE STOCKER DANS UN FICHIER APPROPRIE A CE CLIENT</a:t>
            </a:r>
          </a:p>
        </p:txBody>
      </p:sp>
    </p:spTree>
    <p:extLst>
      <p:ext uri="{BB962C8B-B14F-4D97-AF65-F5344CB8AC3E}">
        <p14:creationId xmlns:p14="http://schemas.microsoft.com/office/powerpoint/2010/main" val="3072086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MA" dirty="0"/>
              <a:t>FONCTION DE </a:t>
            </a:r>
            <a:r>
              <a:rPr lang="fr-MA" dirty="0" smtClean="0"/>
              <a:t>CREATION-AFFICHAGE</a:t>
            </a:r>
            <a:endParaRPr lang="fr-M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49" y="2789169"/>
            <a:ext cx="6475360" cy="3187561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7103165" y="3673565"/>
            <a:ext cx="45297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AFFICHAGE DU COMPTE D</a:t>
            </a:r>
            <a:r>
              <a:rPr lang="fr-MA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ES </a:t>
            </a: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INFORMATIONS PERSONNELLES </a:t>
            </a:r>
            <a:r>
              <a:rPr lang="fr-MA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DU CLIENT + </a:t>
            </a: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 NUMERO DE COMPTE ET LA DATE DE CREATION DE CE COMPTE.</a:t>
            </a:r>
          </a:p>
        </p:txBody>
      </p:sp>
    </p:spTree>
    <p:extLst>
      <p:ext uri="{BB962C8B-B14F-4D97-AF65-F5344CB8AC3E}">
        <p14:creationId xmlns:p14="http://schemas.microsoft.com/office/powerpoint/2010/main" val="95714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FONCTION DE RECHERCHE</a:t>
            </a:r>
            <a:endParaRPr lang="fr-M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97" y="2981739"/>
            <a:ext cx="6599168" cy="2590800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7103165" y="3769307"/>
            <a:ext cx="4529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RECHERCHE DU COMPTE ET L’AFFICHER S’IL EXISTE, SINON ELLE AFFICHE </a:t>
            </a:r>
            <a:r>
              <a:rPr lang="fr-MA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CE </a:t>
            </a: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MESSAGE.</a:t>
            </a:r>
            <a:endParaRPr lang="fr-MA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835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FONCTION DE MODIFICATION</a:t>
            </a:r>
            <a:endParaRPr lang="fr-M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78" y="2279374"/>
            <a:ext cx="6648035" cy="4578626"/>
          </a:xfrm>
          <a:prstGeom prst="rect">
            <a:avLst/>
          </a:prstGeom>
        </p:spPr>
      </p:pic>
      <p:sp>
        <p:nvSpPr>
          <p:cNvPr id="7" name="Espace réservé du contenu 2"/>
          <p:cNvSpPr>
            <a:spLocks noGrp="1"/>
          </p:cNvSpPr>
          <p:nvPr>
            <p:ph idx="1"/>
          </p:nvPr>
        </p:nvSpPr>
        <p:spPr>
          <a:xfrm>
            <a:off x="7224450" y="4101272"/>
            <a:ext cx="4569985" cy="934830"/>
          </a:xfrm>
        </p:spPr>
        <p:txBody>
          <a:bodyPr>
            <a:normAutofit/>
          </a:bodyPr>
          <a:lstStyle/>
          <a:p>
            <a:r>
              <a:rPr lang="fr-FR" b="1" dirty="0" smtClean="0"/>
              <a:t>FAIRE DES RETOUCHES OU DES CHANGEMENTS SUR UN COMPTE DEJA EXISTANT. </a:t>
            </a:r>
            <a:endParaRPr lang="fr-MA" b="1" dirty="0"/>
          </a:p>
        </p:txBody>
      </p:sp>
    </p:spTree>
    <p:extLst>
      <p:ext uri="{BB962C8B-B14F-4D97-AF65-F5344CB8AC3E}">
        <p14:creationId xmlns:p14="http://schemas.microsoft.com/office/powerpoint/2010/main" val="1906411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FONCTION DE SUPPRESSION</a:t>
            </a:r>
            <a:endParaRPr lang="fr-M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23" y="2279374"/>
            <a:ext cx="6566038" cy="4578626"/>
          </a:xfrm>
          <a:prstGeom prst="rect">
            <a:avLst/>
          </a:prstGeom>
        </p:spPr>
      </p:pic>
      <p:sp>
        <p:nvSpPr>
          <p:cNvPr id="5" name="Espace réservé du contenu 2"/>
          <p:cNvSpPr>
            <a:spLocks noGrp="1"/>
          </p:cNvSpPr>
          <p:nvPr>
            <p:ph idx="1"/>
          </p:nvPr>
        </p:nvSpPr>
        <p:spPr>
          <a:xfrm>
            <a:off x="7224450" y="4101272"/>
            <a:ext cx="4569985" cy="802032"/>
          </a:xfrm>
        </p:spPr>
        <p:txBody>
          <a:bodyPr/>
          <a:lstStyle/>
          <a:p>
            <a:r>
              <a:rPr lang="fr-MA" b="1" dirty="0" smtClean="0"/>
              <a:t>SUPPRESSION D’UN COMPTE QUI EXISTE DÉJÀ.</a:t>
            </a:r>
            <a:endParaRPr lang="fr-MA" b="1" dirty="0"/>
          </a:p>
        </p:txBody>
      </p:sp>
    </p:spTree>
    <p:extLst>
      <p:ext uri="{BB962C8B-B14F-4D97-AF65-F5344CB8AC3E}">
        <p14:creationId xmlns:p14="http://schemas.microsoft.com/office/powerpoint/2010/main" val="2477981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0354" y="795868"/>
            <a:ext cx="8761413" cy="1083732"/>
          </a:xfrm>
        </p:spPr>
        <p:txBody>
          <a:bodyPr/>
          <a:lstStyle/>
          <a:p>
            <a:pPr algn="ctr"/>
            <a:r>
              <a:rPr lang="fr-MA" dirty="0"/>
              <a:t>LE </a:t>
            </a:r>
            <a:r>
              <a:rPr lang="fr-MA" dirty="0" smtClean="0"/>
              <a:t>DEUXIEME FICHIER </a:t>
            </a:r>
            <a:r>
              <a:rPr lang="fr-MA" dirty="0"/>
              <a:t>DE TYPE HEADER</a:t>
            </a:r>
            <a:br>
              <a:rPr lang="fr-MA" dirty="0"/>
            </a:br>
            <a:r>
              <a:rPr lang="fr-MA" dirty="0" smtClean="0"/>
              <a:t>file2.h</a:t>
            </a:r>
            <a:endParaRPr lang="fr-MA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362" y="2362200"/>
            <a:ext cx="6281738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456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 SERVICES</a:t>
            </a:r>
            <a:endParaRPr lang="fr-MA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319" y="2325906"/>
            <a:ext cx="6162675" cy="3600450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3834711" y="5952860"/>
            <a:ext cx="34018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Menu </a:t>
            </a:r>
            <a:r>
              <a:rPr lang="fr-MA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des services</a:t>
            </a:r>
            <a:endParaRPr lang="fr-MA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561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FONCTION DE VERSEMENT</a:t>
            </a:r>
            <a:endParaRPr lang="fr-M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29" y="2376077"/>
            <a:ext cx="7076454" cy="4281897"/>
          </a:xfrm>
          <a:prstGeom prst="rect">
            <a:avLst/>
          </a:prstGeom>
        </p:spPr>
      </p:pic>
      <p:sp>
        <p:nvSpPr>
          <p:cNvPr id="5" name="Espace réservé du contenu 2"/>
          <p:cNvSpPr>
            <a:spLocks noGrp="1"/>
          </p:cNvSpPr>
          <p:nvPr>
            <p:ph idx="1"/>
          </p:nvPr>
        </p:nvSpPr>
        <p:spPr>
          <a:xfrm>
            <a:off x="7513983" y="3714992"/>
            <a:ext cx="4479234" cy="1122051"/>
          </a:xfrm>
        </p:spPr>
        <p:txBody>
          <a:bodyPr>
            <a:normAutofit/>
          </a:bodyPr>
          <a:lstStyle/>
          <a:p>
            <a:r>
              <a:rPr lang="en-US" b="1" dirty="0" smtClean="0"/>
              <a:t>PERMET LE CLIENT A VERSER UN MONTANTS SUR SON COMPTE BANCAIRE</a:t>
            </a:r>
            <a:endParaRPr lang="fr-MA" b="1" dirty="0"/>
          </a:p>
        </p:txBody>
      </p:sp>
    </p:spTree>
    <p:extLst>
      <p:ext uri="{BB962C8B-B14F-4D97-AF65-F5344CB8AC3E}">
        <p14:creationId xmlns:p14="http://schemas.microsoft.com/office/powerpoint/2010/main" val="356945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FONCTION DE </a:t>
            </a:r>
            <a:r>
              <a:rPr lang="en-US" dirty="0" smtClean="0"/>
              <a:t>VERSEMENT-AFFICHAGE</a:t>
            </a:r>
            <a:endParaRPr lang="fr-M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09" y="2385392"/>
            <a:ext cx="7584800" cy="4106310"/>
          </a:xfrm>
          <a:prstGeom prst="rect">
            <a:avLst/>
          </a:prstGeom>
        </p:spPr>
      </p:pic>
      <p:sp>
        <p:nvSpPr>
          <p:cNvPr id="5" name="Espace réservé du contenu 2"/>
          <p:cNvSpPr>
            <a:spLocks noGrp="1"/>
          </p:cNvSpPr>
          <p:nvPr>
            <p:ph idx="1"/>
          </p:nvPr>
        </p:nvSpPr>
        <p:spPr>
          <a:xfrm>
            <a:off x="8070575" y="3877521"/>
            <a:ext cx="4015408" cy="1122051"/>
          </a:xfrm>
        </p:spPr>
        <p:txBody>
          <a:bodyPr>
            <a:normAutofit/>
          </a:bodyPr>
          <a:lstStyle/>
          <a:p>
            <a:r>
              <a:rPr lang="en-US" b="1" dirty="0" smtClean="0"/>
              <a:t>AFFICHAGE DES INFORMATIONS PERSONNELLES DU CLIENTS APRES LE VERSEMENT.</a:t>
            </a:r>
            <a:endParaRPr lang="fr-MA" b="1" dirty="0"/>
          </a:p>
        </p:txBody>
      </p:sp>
    </p:spTree>
    <p:extLst>
      <p:ext uri="{BB962C8B-B14F-4D97-AF65-F5344CB8AC3E}">
        <p14:creationId xmlns:p14="http://schemas.microsoft.com/office/powerpoint/2010/main" val="1820525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FONCTIONS DE TIRAGE</a:t>
            </a:r>
            <a:endParaRPr lang="fr-M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97" y="2305880"/>
            <a:ext cx="6796295" cy="4386470"/>
          </a:xfrm>
          <a:prstGeom prst="rect">
            <a:avLst/>
          </a:prstGeom>
        </p:spPr>
      </p:pic>
      <p:sp>
        <p:nvSpPr>
          <p:cNvPr id="5" name="Espace réservé du contenu 2"/>
          <p:cNvSpPr>
            <a:spLocks noGrp="1"/>
          </p:cNvSpPr>
          <p:nvPr>
            <p:ph idx="1"/>
          </p:nvPr>
        </p:nvSpPr>
        <p:spPr>
          <a:xfrm>
            <a:off x="7394715" y="3830977"/>
            <a:ext cx="4015408" cy="1336276"/>
          </a:xfrm>
        </p:spPr>
        <p:txBody>
          <a:bodyPr>
            <a:normAutofit/>
          </a:bodyPr>
          <a:lstStyle/>
          <a:p>
            <a:r>
              <a:rPr lang="en-US" b="1" dirty="0"/>
              <a:t>PERMET LE CLIENT </a:t>
            </a:r>
            <a:r>
              <a:rPr lang="en-US" b="1" dirty="0" smtClean="0"/>
              <a:t>DE TIRER UN MONTANT DESIRE DE </a:t>
            </a:r>
            <a:r>
              <a:rPr lang="en-US" b="1" dirty="0"/>
              <a:t>SON COMPTE </a:t>
            </a:r>
            <a:r>
              <a:rPr lang="en-US" b="1" dirty="0" smtClean="0"/>
              <a:t>BANCAIRE QUI NE DEPASSE PAS SON SOLDE</a:t>
            </a:r>
            <a:endParaRPr lang="fr-MA" b="1" dirty="0"/>
          </a:p>
        </p:txBody>
      </p:sp>
    </p:spTree>
    <p:extLst>
      <p:ext uri="{BB962C8B-B14F-4D97-AF65-F5344CB8AC3E}">
        <p14:creationId xmlns:p14="http://schemas.microsoft.com/office/powerpoint/2010/main" val="500617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FONCTION DE VIREMENT</a:t>
            </a:r>
            <a:endParaRPr lang="fr-M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22830" y="3441700"/>
            <a:ext cx="9926170" cy="1358900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CETTE FONCTION PERMET LE CLIENT DE TRANSFERER UN MONTANT A UN AUNTRE COMPTE, SOIT DE LA MEME BANQUE SOIT D’UNE AUTRE, A CONDITION QU’IL NE DEPASSE PAS SON SOLDE.</a:t>
            </a:r>
            <a:endParaRPr lang="fr-MA" sz="2400" b="1" dirty="0"/>
          </a:p>
        </p:txBody>
      </p:sp>
    </p:spTree>
    <p:extLst>
      <p:ext uri="{BB962C8B-B14F-4D97-AF65-F5344CB8AC3E}">
        <p14:creationId xmlns:p14="http://schemas.microsoft.com/office/powerpoint/2010/main" val="2211706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FONCTION DE VIREMENT</a:t>
            </a:r>
            <a:endParaRPr lang="fr-M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30" y="2279374"/>
            <a:ext cx="7221813" cy="4578626"/>
          </a:xfrm>
          <a:prstGeom prst="rect">
            <a:avLst/>
          </a:prstGeom>
        </p:spPr>
      </p:pic>
      <p:sp>
        <p:nvSpPr>
          <p:cNvPr id="5" name="Espace réservé du contenu 2"/>
          <p:cNvSpPr>
            <a:spLocks noGrp="1"/>
          </p:cNvSpPr>
          <p:nvPr>
            <p:ph idx="1"/>
          </p:nvPr>
        </p:nvSpPr>
        <p:spPr>
          <a:xfrm>
            <a:off x="7908663" y="4185475"/>
            <a:ext cx="4015408" cy="766423"/>
          </a:xfrm>
        </p:spPr>
        <p:txBody>
          <a:bodyPr>
            <a:normAutofit/>
          </a:bodyPr>
          <a:lstStyle/>
          <a:p>
            <a:r>
              <a:rPr lang="en-US" b="1" dirty="0" smtClean="0"/>
              <a:t>SI LE BENIFICIER APPARTIEN A NOTRE BANQUE </a:t>
            </a:r>
            <a:endParaRPr lang="fr-MA" b="1" dirty="0"/>
          </a:p>
        </p:txBody>
      </p:sp>
    </p:spTree>
    <p:extLst>
      <p:ext uri="{BB962C8B-B14F-4D97-AF65-F5344CB8AC3E}">
        <p14:creationId xmlns:p14="http://schemas.microsoft.com/office/powerpoint/2010/main" val="2626506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FONCTION DE VIREMENT</a:t>
            </a:r>
            <a:endParaRPr lang="fr-M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7" y="2286000"/>
            <a:ext cx="7154863" cy="4572000"/>
          </a:xfrm>
          <a:prstGeom prst="rect">
            <a:avLst/>
          </a:prstGeom>
        </p:spPr>
      </p:pic>
      <p:sp>
        <p:nvSpPr>
          <p:cNvPr id="5" name="Espace réservé du contenu 2"/>
          <p:cNvSpPr>
            <a:spLocks noGrp="1"/>
          </p:cNvSpPr>
          <p:nvPr>
            <p:ph idx="1"/>
          </p:nvPr>
        </p:nvSpPr>
        <p:spPr>
          <a:xfrm>
            <a:off x="7908663" y="4185475"/>
            <a:ext cx="4015408" cy="766423"/>
          </a:xfrm>
        </p:spPr>
        <p:txBody>
          <a:bodyPr>
            <a:normAutofit/>
          </a:bodyPr>
          <a:lstStyle/>
          <a:p>
            <a:r>
              <a:rPr lang="en-US" b="1" dirty="0" smtClean="0"/>
              <a:t>SI LE BENIFICIER N’APPARTIEN PAS A NOTRE BANQUE </a:t>
            </a:r>
            <a:endParaRPr lang="fr-MA" b="1" dirty="0"/>
          </a:p>
        </p:txBody>
      </p:sp>
    </p:spTree>
    <p:extLst>
      <p:ext uri="{BB962C8B-B14F-4D97-AF65-F5344CB8AC3E}">
        <p14:creationId xmlns:p14="http://schemas.microsoft.com/office/powerpoint/2010/main" val="2210322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FONCTION DE PAIEMENT</a:t>
            </a:r>
            <a:endParaRPr lang="fr-M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37" y="2311400"/>
            <a:ext cx="6481763" cy="4546600"/>
          </a:xfrm>
          <a:prstGeom prst="rect">
            <a:avLst/>
          </a:prstGeom>
        </p:spPr>
      </p:pic>
      <p:sp>
        <p:nvSpPr>
          <p:cNvPr id="5" name="Espace réservé du contenu 2"/>
          <p:cNvSpPr>
            <a:spLocks noGrp="1"/>
          </p:cNvSpPr>
          <p:nvPr>
            <p:ph idx="1"/>
          </p:nvPr>
        </p:nvSpPr>
        <p:spPr>
          <a:xfrm>
            <a:off x="7578463" y="4201488"/>
            <a:ext cx="4015408" cy="766423"/>
          </a:xfrm>
        </p:spPr>
        <p:txBody>
          <a:bodyPr>
            <a:normAutofit/>
          </a:bodyPr>
          <a:lstStyle/>
          <a:p>
            <a:r>
              <a:rPr lang="en-US" b="1" dirty="0" smtClean="0"/>
              <a:t>PERMET LE CLIENT DE PAYER LEUR FACTURES.</a:t>
            </a:r>
            <a:endParaRPr lang="fr-MA" b="1" dirty="0"/>
          </a:p>
        </p:txBody>
      </p:sp>
    </p:spTree>
    <p:extLst>
      <p:ext uri="{BB962C8B-B14F-4D97-AF65-F5344CB8AC3E}">
        <p14:creationId xmlns:p14="http://schemas.microsoft.com/office/powerpoint/2010/main" val="540338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FONCTION DE CREDIT</a:t>
            </a:r>
            <a:endParaRPr lang="fr-M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85" y="2273300"/>
            <a:ext cx="7891415" cy="4584700"/>
          </a:xfrm>
          <a:prstGeom prst="rect">
            <a:avLst/>
          </a:prstGeom>
        </p:spPr>
      </p:pic>
      <p:sp>
        <p:nvSpPr>
          <p:cNvPr id="5" name="Espace réservé du contenu 2"/>
          <p:cNvSpPr>
            <a:spLocks noGrp="1"/>
          </p:cNvSpPr>
          <p:nvPr>
            <p:ph idx="1"/>
          </p:nvPr>
        </p:nvSpPr>
        <p:spPr>
          <a:xfrm>
            <a:off x="8356600" y="4182438"/>
            <a:ext cx="3683000" cy="770562"/>
          </a:xfrm>
        </p:spPr>
        <p:txBody>
          <a:bodyPr>
            <a:normAutofit/>
          </a:bodyPr>
          <a:lstStyle/>
          <a:p>
            <a:r>
              <a:rPr lang="en-US" b="1" dirty="0" smtClean="0"/>
              <a:t>PERMET LE CLIENT DE CREDITER UN MONTANT .</a:t>
            </a:r>
            <a:endParaRPr lang="fr-MA" b="1" dirty="0"/>
          </a:p>
        </p:txBody>
      </p:sp>
    </p:spTree>
    <p:extLst>
      <p:ext uri="{BB962C8B-B14F-4D97-AF65-F5344CB8AC3E}">
        <p14:creationId xmlns:p14="http://schemas.microsoft.com/office/powerpoint/2010/main" val="3526400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 txBox="1">
            <a:spLocks/>
          </p:cNvSpPr>
          <p:nvPr/>
        </p:nvSpPr>
        <p:spPr bwMode="gray">
          <a:xfrm>
            <a:off x="1180354" y="795868"/>
            <a:ext cx="8761413" cy="10837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MA" dirty="0" smtClean="0"/>
              <a:t>LE DEUXIEME FICHIER DE TYPE HEADER</a:t>
            </a:r>
            <a:br>
              <a:rPr lang="fr-MA" dirty="0" smtClean="0"/>
            </a:br>
            <a:r>
              <a:rPr lang="fr-MA" dirty="0" smtClean="0"/>
              <a:t>file3.h</a:t>
            </a:r>
            <a:endParaRPr lang="fr-MA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250" y="2273300"/>
            <a:ext cx="5556250" cy="443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52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HISTORIQUE DES CLIENTS</a:t>
            </a:r>
            <a:endParaRPr lang="fr-M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985" y="2447362"/>
            <a:ext cx="7286625" cy="3484563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3901451" y="5931925"/>
            <a:ext cx="4506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Menu d’historique des clients</a:t>
            </a:r>
            <a:endParaRPr lang="fr-MA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557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FONCTION CLIENTS</a:t>
            </a:r>
            <a:endParaRPr lang="fr-M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72" y="2832100"/>
            <a:ext cx="7838728" cy="3143250"/>
          </a:xfrm>
          <a:prstGeom prst="rect">
            <a:avLst/>
          </a:prstGeom>
        </p:spPr>
      </p:pic>
      <p:sp>
        <p:nvSpPr>
          <p:cNvPr id="5" name="Espace réservé du contenu 2"/>
          <p:cNvSpPr>
            <a:spLocks noGrp="1"/>
          </p:cNvSpPr>
          <p:nvPr>
            <p:ph idx="1"/>
          </p:nvPr>
        </p:nvSpPr>
        <p:spPr>
          <a:xfrm>
            <a:off x="8407400" y="3419475"/>
            <a:ext cx="3683000" cy="1558925"/>
          </a:xfrm>
        </p:spPr>
        <p:txBody>
          <a:bodyPr>
            <a:normAutofit fontScale="92500"/>
          </a:bodyPr>
          <a:lstStyle/>
          <a:p>
            <a:r>
              <a:rPr lang="en-US" b="1" dirty="0" smtClean="0"/>
              <a:t>CETTE FONCTION CONSISTE A UTILISER UN FICHIER NOMMER COMPTE.TXT QUI SERT DE STOCKER LES CLIENTS QUI ONT CONSULTES LA BANQUE.</a:t>
            </a:r>
            <a:endParaRPr lang="fr-MA" b="1" dirty="0"/>
          </a:p>
        </p:txBody>
      </p:sp>
    </p:spTree>
    <p:extLst>
      <p:ext uri="{BB962C8B-B14F-4D97-AF65-F5344CB8AC3E}">
        <p14:creationId xmlns:p14="http://schemas.microsoft.com/office/powerpoint/2010/main" val="940399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FONCTION CLIENTS</a:t>
            </a:r>
            <a:endParaRPr lang="fr-M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63" y="2358850"/>
            <a:ext cx="7907338" cy="4002262"/>
          </a:xfrm>
          <a:prstGeom prst="rect">
            <a:avLst/>
          </a:prstGeom>
        </p:spPr>
      </p:pic>
      <p:sp>
        <p:nvSpPr>
          <p:cNvPr id="5" name="Espace réservé du contenu 2"/>
          <p:cNvSpPr>
            <a:spLocks noGrp="1"/>
          </p:cNvSpPr>
          <p:nvPr>
            <p:ph idx="1"/>
          </p:nvPr>
        </p:nvSpPr>
        <p:spPr>
          <a:xfrm>
            <a:off x="8394701" y="4037718"/>
            <a:ext cx="3683000" cy="644525"/>
          </a:xfrm>
        </p:spPr>
        <p:txBody>
          <a:bodyPr>
            <a:normAutofit/>
          </a:bodyPr>
          <a:lstStyle/>
          <a:p>
            <a:r>
              <a:rPr lang="en-US" b="1" dirty="0" smtClean="0"/>
              <a:t>AFFICHAGE DES CLIENTS DE LA BANQUE.</a:t>
            </a:r>
            <a:endParaRPr lang="fr-MA" b="1" dirty="0"/>
          </a:p>
        </p:txBody>
      </p:sp>
    </p:spTree>
    <p:extLst>
      <p:ext uri="{BB962C8B-B14F-4D97-AF65-F5344CB8AC3E}">
        <p14:creationId xmlns:p14="http://schemas.microsoft.com/office/powerpoint/2010/main" val="103392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FONCTION OPERATIONS</a:t>
            </a:r>
            <a:endParaRPr lang="fr-MA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" y="2259012"/>
            <a:ext cx="8088313" cy="3659188"/>
          </a:xfrm>
          <a:prstGeom prst="rect">
            <a:avLst/>
          </a:prstGeom>
        </p:spPr>
      </p:pic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8559800" y="3086893"/>
            <a:ext cx="3530600" cy="2003425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CETTE FONCTION CONSISTE A UTILISER UN FICHIER NOMMER OPERATION.TXT QUI SERT DE SAUVGRADER L’HISTORIQUE DES OPERATIONS EFFECTUES PAR NOS CLIENTS</a:t>
            </a:r>
            <a:endParaRPr lang="fr-MA" b="1" dirty="0"/>
          </a:p>
        </p:txBody>
      </p:sp>
    </p:spTree>
    <p:extLst>
      <p:ext uri="{BB962C8B-B14F-4D97-AF65-F5344CB8AC3E}">
        <p14:creationId xmlns:p14="http://schemas.microsoft.com/office/powerpoint/2010/main" val="1927321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FONCTION OPERATIONS</a:t>
            </a:r>
            <a:endParaRPr lang="fr-M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2209800"/>
            <a:ext cx="7721600" cy="4502150"/>
          </a:xfrm>
          <a:prstGeom prst="rect">
            <a:avLst/>
          </a:prstGeom>
        </p:spPr>
      </p:pic>
      <p:sp>
        <p:nvSpPr>
          <p:cNvPr id="5" name="Espace réservé du contenu 2"/>
          <p:cNvSpPr>
            <a:spLocks noGrp="1"/>
          </p:cNvSpPr>
          <p:nvPr>
            <p:ph idx="1"/>
          </p:nvPr>
        </p:nvSpPr>
        <p:spPr>
          <a:xfrm>
            <a:off x="8077200" y="4037718"/>
            <a:ext cx="4000501" cy="644525"/>
          </a:xfrm>
        </p:spPr>
        <p:txBody>
          <a:bodyPr>
            <a:normAutofit/>
          </a:bodyPr>
          <a:lstStyle/>
          <a:p>
            <a:r>
              <a:rPr lang="en-US" b="1" dirty="0" smtClean="0"/>
              <a:t>AFFICHAGE DES OPERATIONS EFFECTUES. </a:t>
            </a:r>
            <a:endParaRPr lang="fr-MA" b="1" dirty="0"/>
          </a:p>
        </p:txBody>
      </p:sp>
    </p:spTree>
    <p:extLst>
      <p:ext uri="{BB962C8B-B14F-4D97-AF65-F5344CB8AC3E}">
        <p14:creationId xmlns:p14="http://schemas.microsoft.com/office/powerpoint/2010/main" val="3551199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2"/>
          <p:cNvSpPr txBox="1">
            <a:spLocks/>
          </p:cNvSpPr>
          <p:nvPr/>
        </p:nvSpPr>
        <p:spPr bwMode="gray">
          <a:xfrm>
            <a:off x="1497854" y="2019300"/>
            <a:ext cx="9068546" cy="34163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800" b="1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FIN</a:t>
            </a:r>
          </a:p>
          <a:p>
            <a:pPr algn="ctr"/>
            <a:r>
              <a:rPr lang="en-US" sz="2800" b="1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MERCI POUR VOTRE ATTENTION</a:t>
            </a:r>
            <a:endParaRPr lang="fr-MA" sz="4400" b="1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828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irection Ion">
  <a:themeElements>
    <a:clrScheme name="Direction 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Direction 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rection 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629</TotalTime>
  <Words>373</Words>
  <Application>Microsoft Office PowerPoint</Application>
  <PresentationFormat>Grand écran</PresentationFormat>
  <Paragraphs>57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3" baseType="lpstr">
      <vt:lpstr>Arial</vt:lpstr>
      <vt:lpstr>Century Gothic</vt:lpstr>
      <vt:lpstr>Comic Sans MS</vt:lpstr>
      <vt:lpstr>Cooper Black</vt:lpstr>
      <vt:lpstr>Wingdings 3</vt:lpstr>
      <vt:lpstr>Direction Ion</vt:lpstr>
      <vt:lpstr>GESTION D’UN COMPTE BANCAIRE</vt:lpstr>
      <vt:lpstr>OBJECTIF</vt:lpstr>
      <vt:lpstr>MENU PRINCIPAL DU PROJET</vt:lpstr>
      <vt:lpstr>LE PREMIER FICHIER DE TYPE HEADER file1.h</vt:lpstr>
      <vt:lpstr>GESTION DES COMPTES</vt:lpstr>
      <vt:lpstr>FONCTION DE CREATION</vt:lpstr>
      <vt:lpstr>FONCTION DE CREATION-AFFICHAGE</vt:lpstr>
      <vt:lpstr>FONCTION DE RECHERCHE</vt:lpstr>
      <vt:lpstr>FONCTION DE MODIFICATION</vt:lpstr>
      <vt:lpstr>FONCTION DE SUPPRESSION</vt:lpstr>
      <vt:lpstr>LE DEUXIEME FICHIER DE TYPE HEADER file2.h</vt:lpstr>
      <vt:lpstr>LES SERVICES</vt:lpstr>
      <vt:lpstr>FONCTION DE VERSEMENT</vt:lpstr>
      <vt:lpstr>FONCTION DE VERSEMENT-AFFICHAGE</vt:lpstr>
      <vt:lpstr>FONCTIONS DE TIRAGE</vt:lpstr>
      <vt:lpstr>FONCTION DE VIREMENT</vt:lpstr>
      <vt:lpstr>FONCTION DE VIREMENT</vt:lpstr>
      <vt:lpstr>FONCTION DE VIREMENT</vt:lpstr>
      <vt:lpstr>FONCTION DE PAIEMENT</vt:lpstr>
      <vt:lpstr>FONCTION DE CREDIT</vt:lpstr>
      <vt:lpstr>Présentation PowerPoint</vt:lpstr>
      <vt:lpstr>HISTORIQUE DES CLIENTS</vt:lpstr>
      <vt:lpstr>FONCTION CLIENTS</vt:lpstr>
      <vt:lpstr>FONCTION CLIENTS</vt:lpstr>
      <vt:lpstr>FONCTION OPERATIONS</vt:lpstr>
      <vt:lpstr>FONCTION OPERATIONS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D’UN COMPTE BANCAIRE</dc:title>
  <dc:creator>abderrahman ait</dc:creator>
  <cp:lastModifiedBy>abderrahman ait</cp:lastModifiedBy>
  <cp:revision>19</cp:revision>
  <dcterms:created xsi:type="dcterms:W3CDTF">2020-05-10T18:06:36Z</dcterms:created>
  <dcterms:modified xsi:type="dcterms:W3CDTF">2020-05-11T04:36:34Z</dcterms:modified>
</cp:coreProperties>
</file>